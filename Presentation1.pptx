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isal" initials="F" lastIdx="1" clrIdx="0">
    <p:extLst>
      <p:ext uri="{19B8F6BF-5375-455C-9EA6-DF929625EA0E}">
        <p15:presenceInfo xmlns:p15="http://schemas.microsoft.com/office/powerpoint/2012/main" userId="7e5a520d78302f9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6748696001069949E-2"/>
          <c:y val="2.5638282194717706E-2"/>
          <c:w val="0.77333365628346873"/>
          <c:h val="0.85898944792905263"/>
        </c:manualLayout>
      </c:layout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Feedback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170-4C5A-8BC4-2FA2F44649B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Effort</c:v>
                </c:pt>
                <c:pt idx="1">
                  <c:v>2nd Effort</c:v>
                </c:pt>
                <c:pt idx="2">
                  <c:v>3rd Effort</c:v>
                </c:pt>
                <c:pt idx="3">
                  <c:v>4th Feedback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70-4C5A-8BC4-2FA2F44649B1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gapWidth val="100"/>
        <c:splitType val="percent"/>
        <c:splitPos val="10"/>
        <c:secondPieSize val="75"/>
        <c:serLines>
          <c:spPr>
            <a:ln w="9525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256234388162951"/>
          <c:y val="0.52951859190052442"/>
          <c:w val="0.1811622614124461"/>
          <c:h val="0.44390318889097646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E82B-1318-9918-BBB7-E317BEF7B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8C15C-E247-69A0-76C3-4DB166FD7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63E7A-6033-D1A3-AB33-75CE80276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A4753-23D9-C074-2C4A-A1574916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8625-5B31-FF3D-97EE-E0280082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9875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C12C-61F1-E03E-B6F7-81296130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CA072-EB1A-37FB-9F28-39D499A56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D910D-8038-36F9-ED4D-2F99F03C3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C9900-C2FA-14A0-BE8B-65D38226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F7139-2415-C0F4-4AF3-32DA854C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9210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BD19-CA87-46E1-A415-0156CBC9D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E0635-52F7-B577-0564-9B1653AC2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7878A-00FF-443D-0922-A48DEC55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20C5F-E059-16C7-71EF-1B2DD6B7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326C3-382F-B833-10F7-5F4027EE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982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1304-1A39-025D-79F6-FAD087AE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927F3-391E-B553-2535-DAE84ADB9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17532-208B-FF98-95C0-1BF24C15F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34022-6B51-34EA-7C84-B4FD13A7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67394-E8B0-D6F0-55A7-1E4A898C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80ADE-5FE4-98D0-A63D-8E0054E7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739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FA56-4613-7D28-0057-42D2C922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0D7A7-968A-B5A2-32C7-08A5439E4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37954-9ADD-E63A-A9E0-2C47922A8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97FC3-4360-4076-0B52-2C7392A1E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A60C6-141F-D003-DCC9-66F1AB551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FF0A6-167C-3ECB-8151-3ABE76FEA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C73D9-5036-BD9A-1210-95EC8DFF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1BA93-4F7B-E341-D944-B68E7958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892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3F0E6-861A-D090-F170-74816618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DABC1-8BF9-FA71-314A-F5540610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A223D-B29A-25D3-60F0-3C61D91F9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679D3-3D9B-34D8-88BB-66EA8FC8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1645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D229A2-8DF0-B40B-488D-E51515FD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92757-53CD-9B6D-FE6F-8D7E7EE5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55000-AC6C-E7EE-BE55-7E435211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6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B04B-5F4F-DB58-10CB-AA2201AA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D5075-4DD3-0CD7-3242-A34B9BFD4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AC627-3FD9-6166-A522-404308E6B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0AB1E-67EC-851B-6266-7627FA6B5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7144C-3DE1-DDB3-94C8-DACFF2E8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3938B-0BBF-E595-874D-EC5FDF5C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260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E7977-6373-3B67-4688-1F70467C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5E081-9FAF-430D-EB35-B272F08F3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90884-CE4A-E933-79EA-2CDAC16C7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1B916-634E-4071-5D9A-17DD0F7A1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E9381-530C-76AC-CA90-4BFEB636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6037F-DC39-2F86-770A-91600D8F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010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4E4B-8D5C-1967-0DAC-738A1BB5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16B47-40FC-4900-744A-12D0B5942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ADC2F-D502-3298-D697-B505A7B4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CD76E-EEEE-7819-A3E7-8964A83D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B97FB-11CC-F400-E8E9-E0B42EDEF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9576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182C7-43E6-2C1C-849F-6F73DC7E2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EB580-5E4E-FC90-1654-1232B32E4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8878F-0581-CE5D-5D9F-4DB6BE12A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2EC83-DB9B-A0F8-A940-1AEC11D0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F0645-A52E-AEFA-3C60-DD105726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5253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21E2FC-093D-3E00-CC0F-EC7F02D79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F5BFB-23B6-908F-BABA-26E892261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C8CF-314B-34C4-A65E-B1533ED8C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2CED3-69C2-44BA-90BE-567FD99B98D9}" type="datetimeFigureOut">
              <a:rPr lang="en-ID" smtClean="0"/>
              <a:t>16/11/2022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1D405-AD46-ABDE-4EF4-F22C94A81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DFD05-6A3D-013B-6231-05BCD6EB0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8839A-BD2D-4100-8B79-7C159DB16A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28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09B7E08-ECBA-6CF4-4AAB-686ADC78037D}"/>
              </a:ext>
            </a:extLst>
          </p:cNvPr>
          <p:cNvSpPr/>
          <p:nvPr/>
        </p:nvSpPr>
        <p:spPr>
          <a:xfrm>
            <a:off x="5730240" y="1983105"/>
            <a:ext cx="1085532" cy="1295400"/>
          </a:xfrm>
          <a:prstGeom prst="ellipse">
            <a:avLst/>
          </a:prstGeom>
          <a:solidFill>
            <a:srgbClr val="00B0F0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D85E6B-B28E-4A5F-D0A2-CD55E39AC1A0}"/>
              </a:ext>
            </a:extLst>
          </p:cNvPr>
          <p:cNvSpPr/>
          <p:nvPr/>
        </p:nvSpPr>
        <p:spPr>
          <a:xfrm>
            <a:off x="4795203" y="1983105"/>
            <a:ext cx="1087438" cy="1295400"/>
          </a:xfrm>
          <a:prstGeom prst="ellipse">
            <a:avLst/>
          </a:prstGeom>
          <a:solidFill>
            <a:srgbClr val="00B0F0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16E81B1-028E-C7F4-1F47-7E902BEACD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6162445"/>
              </p:ext>
            </p:extLst>
          </p:nvPr>
        </p:nvGraphicFramePr>
        <p:xfrm>
          <a:off x="2797493" y="3429000"/>
          <a:ext cx="5919787" cy="234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2807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Faisal</dc:creator>
  <cp:lastModifiedBy>Faisal</cp:lastModifiedBy>
  <cp:revision>1</cp:revision>
  <dcterms:created xsi:type="dcterms:W3CDTF">2022-11-16T14:20:25Z</dcterms:created>
  <dcterms:modified xsi:type="dcterms:W3CDTF">2022-11-16T14:20:53Z</dcterms:modified>
</cp:coreProperties>
</file>