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7" r:id="rId2"/>
    <p:sldId id="268" r:id="rId3"/>
    <p:sldId id="270" r:id="rId4"/>
    <p:sldId id="269" r:id="rId5"/>
    <p:sldId id="271" r:id="rId6"/>
    <p:sldId id="272" r:id="rId7"/>
    <p:sldId id="273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howGuides="1">
      <p:cViewPr varScale="1">
        <p:scale>
          <a:sx n="67" d="100"/>
          <a:sy n="67" d="100"/>
        </p:scale>
        <p:origin x="564" y="5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2" y="1600200"/>
            <a:ext cx="9782175" cy="4572000"/>
          </a:xfrm>
        </p:spPr>
        <p:txBody>
          <a:bodyPr>
            <a:normAutofit/>
          </a:bodyPr>
          <a:lstStyle/>
          <a:p>
            <a:pPr marL="969963" indent="-969963">
              <a:buFont typeface="Wingdings" panose="05000000000000000000" pitchFamily="2" charset="2"/>
              <a:buChar char="Ø"/>
            </a:pPr>
            <a:r>
              <a:rPr lang="en-US" sz="8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RESULT    IMPROVE TPP </a:t>
            </a:r>
          </a:p>
          <a:p>
            <a:pPr marL="2286000" indent="-1204913">
              <a:buNone/>
            </a:pPr>
            <a:r>
              <a:rPr lang="en-US" sz="8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 CITRA NIAGA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293813" y="457200"/>
            <a:ext cx="9144000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PROCESS</a:t>
            </a:r>
            <a:r>
              <a:rPr lang="en-US" sz="6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4444"/>
          <a:stretch/>
        </p:blipFill>
        <p:spPr>
          <a:xfrm>
            <a:off x="1273640" y="1371600"/>
            <a:ext cx="3159572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3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3" y="533400"/>
            <a:ext cx="9220200" cy="60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BLACK PRINTING QUALITY ISSUE:</a:t>
            </a:r>
          </a:p>
          <a:p>
            <a:pPr marL="0" indent="0" algn="just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37412" y="3962402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have 4-6 scratching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Glue Replace U Bond Glue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3" t="5556" r="48890" b="26666"/>
          <a:stretch/>
        </p:blipFill>
        <p:spPr>
          <a:xfrm rot="16200000">
            <a:off x="2473684" y="344130"/>
            <a:ext cx="2438400" cy="4798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1" t="17615" r="26931" b="3954"/>
          <a:stretch/>
        </p:blipFill>
        <p:spPr>
          <a:xfrm>
            <a:off x="2636930" y="4114800"/>
            <a:ext cx="2111907" cy="237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3" y="533400"/>
            <a:ext cx="9220200" cy="60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 PRINTING QUALITY ISSUE:</a:t>
            </a:r>
          </a:p>
          <a:p>
            <a:pPr marL="0" indent="0" algn="just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0" b="17342"/>
          <a:stretch/>
        </p:blipFill>
        <p:spPr>
          <a:xfrm>
            <a:off x="1522412" y="1524000"/>
            <a:ext cx="4798144" cy="243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0" b="23381"/>
          <a:stretch/>
        </p:blipFill>
        <p:spPr>
          <a:xfrm>
            <a:off x="2894012" y="4114800"/>
            <a:ext cx="2111907" cy="23749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61212" y="3962400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have 4-6 scratching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Glue Replace U Bond Glue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5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3" y="533400"/>
            <a:ext cx="9220200" cy="6096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LAB TES BLACK PRINTING:</a:t>
            </a:r>
          </a:p>
          <a:p>
            <a:pPr marL="0" indent="0" algn="just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4444"/>
          <a:stretch/>
        </p:blipFill>
        <p:spPr>
          <a:xfrm>
            <a:off x="2863662" y="1676400"/>
            <a:ext cx="2515012" cy="35786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0" t="14523" b="7699"/>
          <a:stretch/>
        </p:blipFill>
        <p:spPr>
          <a:xfrm>
            <a:off x="6052429" y="1676400"/>
            <a:ext cx="2515011" cy="359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1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3" y="533400"/>
            <a:ext cx="9220200" cy="60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LAB TEST:</a:t>
            </a:r>
          </a:p>
          <a:p>
            <a:pPr marL="0" indent="0" algn="just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r="4546" b="10984"/>
          <a:stretch/>
        </p:blipFill>
        <p:spPr>
          <a:xfrm>
            <a:off x="2970212" y="2362200"/>
            <a:ext cx="2502829" cy="3581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r="2570" b="8072"/>
          <a:stretch/>
        </p:blipFill>
        <p:spPr>
          <a:xfrm>
            <a:off x="6399212" y="2362200"/>
            <a:ext cx="249615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1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1141413" y="533400"/>
            <a:ext cx="9220200" cy="6096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LAB TEST BLACK PRINTING:</a:t>
            </a:r>
          </a:p>
          <a:p>
            <a:pPr marL="0" indent="0" algn="just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t="42222" r="7037" b="23333"/>
          <a:stretch/>
        </p:blipFill>
        <p:spPr>
          <a:xfrm>
            <a:off x="1522412" y="2412124"/>
            <a:ext cx="4114800" cy="2362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45637" r="4073" b="17778"/>
          <a:stretch/>
        </p:blipFill>
        <p:spPr>
          <a:xfrm>
            <a:off x="6399212" y="2441154"/>
            <a:ext cx="4114800" cy="23359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2412" y="1866870"/>
            <a:ext cx="409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Bond Glue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9212" y="1860873"/>
            <a:ext cx="409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Bond Glue</a:t>
            </a:r>
          </a:p>
        </p:txBody>
      </p:sp>
    </p:spTree>
    <p:extLst>
      <p:ext uri="{BB962C8B-B14F-4D97-AF65-F5344CB8AC3E}">
        <p14:creationId xmlns:p14="http://schemas.microsoft.com/office/powerpoint/2010/main" val="358497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169</TotalTime>
  <Words>62</Words>
  <Application>Microsoft Office PowerPoint</Application>
  <PresentationFormat>Custom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Euphemia</vt:lpstr>
      <vt:lpstr>Wingdings</vt:lpstr>
      <vt:lpstr>Math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Slide Title - 5</dc:title>
  <dc:creator>eka kurniawati</dc:creator>
  <cp:lastModifiedBy>Faisal</cp:lastModifiedBy>
  <cp:revision>11</cp:revision>
  <dcterms:created xsi:type="dcterms:W3CDTF">2022-06-17T00:52:54Z</dcterms:created>
  <dcterms:modified xsi:type="dcterms:W3CDTF">2023-01-04T22:51:43Z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