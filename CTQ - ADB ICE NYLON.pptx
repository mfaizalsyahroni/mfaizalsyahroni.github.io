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67" r:id="rId2"/>
  </p:sldIdLst>
  <p:sldSz cx="9906000" cy="6858000" type="A4"/>
  <p:notesSz cx="7102475" cy="9388475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Montserrat Semi-Bold" panose="020B0604020202020204" charset="0"/>
      <p:regular r:id="rId8"/>
    </p:embeddedFont>
  </p:embeddedFontLst>
  <p:defaultTextStyle>
    <a:defPPr>
      <a:defRPr lang="en-US"/>
    </a:defPPr>
    <a:lvl1pPr marL="0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1pPr>
    <a:lvl2pPr marL="268194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2pPr>
    <a:lvl3pPr marL="536387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3pPr>
    <a:lvl4pPr marL="804581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4pPr>
    <a:lvl5pPr marL="1072774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5pPr>
    <a:lvl6pPr marL="1340968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6pPr>
    <a:lvl7pPr marL="1609161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7pPr>
    <a:lvl8pPr marL="1877355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8pPr>
    <a:lvl9pPr marL="2145548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 userDrawn="1">
          <p15:clr>
            <a:srgbClr val="A4A3A4"/>
          </p15:clr>
        </p15:guide>
        <p15:guide id="2" pos="15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3327"/>
    <a:srgbClr val="95AE62"/>
    <a:srgbClr val="F03226"/>
    <a:srgbClr val="FDC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1228" y="56"/>
      </p:cViewPr>
      <p:guideLst>
        <p:guide orient="horz" pos="1440"/>
        <p:guide pos="15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5D94D712-E86D-4DAC-A1C2-A18918FB4DCE}" type="datetimeFigureOut">
              <a:rPr lang="en-US" smtClean="0"/>
              <a:t>1/5/2023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62063" y="1173163"/>
            <a:ext cx="45783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9DD20D76-69AD-42CA-8F4B-189E009F1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958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36387" rtl="0" eaLnBrk="1" latinLnBrk="0" hangingPunct="1">
      <a:defRPr sz="704" kern="1200">
        <a:solidFill>
          <a:schemeClr val="tx1"/>
        </a:solidFill>
        <a:latin typeface="+mn-lt"/>
        <a:ea typeface="+mn-ea"/>
        <a:cs typeface="+mn-cs"/>
      </a:defRPr>
    </a:lvl1pPr>
    <a:lvl2pPr marL="268194" algn="l" defTabSz="536387" rtl="0" eaLnBrk="1" latinLnBrk="0" hangingPunct="1">
      <a:defRPr sz="704" kern="1200">
        <a:solidFill>
          <a:schemeClr val="tx1"/>
        </a:solidFill>
        <a:latin typeface="+mn-lt"/>
        <a:ea typeface="+mn-ea"/>
        <a:cs typeface="+mn-cs"/>
      </a:defRPr>
    </a:lvl2pPr>
    <a:lvl3pPr marL="536387" algn="l" defTabSz="536387" rtl="0" eaLnBrk="1" latinLnBrk="0" hangingPunct="1">
      <a:defRPr sz="704" kern="1200">
        <a:solidFill>
          <a:schemeClr val="tx1"/>
        </a:solidFill>
        <a:latin typeface="+mn-lt"/>
        <a:ea typeface="+mn-ea"/>
        <a:cs typeface="+mn-cs"/>
      </a:defRPr>
    </a:lvl3pPr>
    <a:lvl4pPr marL="804581" algn="l" defTabSz="536387" rtl="0" eaLnBrk="1" latinLnBrk="0" hangingPunct="1">
      <a:defRPr sz="704" kern="1200">
        <a:solidFill>
          <a:schemeClr val="tx1"/>
        </a:solidFill>
        <a:latin typeface="+mn-lt"/>
        <a:ea typeface="+mn-ea"/>
        <a:cs typeface="+mn-cs"/>
      </a:defRPr>
    </a:lvl4pPr>
    <a:lvl5pPr marL="1072774" algn="l" defTabSz="536387" rtl="0" eaLnBrk="1" latinLnBrk="0" hangingPunct="1">
      <a:defRPr sz="704" kern="1200">
        <a:solidFill>
          <a:schemeClr val="tx1"/>
        </a:solidFill>
        <a:latin typeface="+mn-lt"/>
        <a:ea typeface="+mn-ea"/>
        <a:cs typeface="+mn-cs"/>
      </a:defRPr>
    </a:lvl5pPr>
    <a:lvl6pPr marL="1340968" algn="l" defTabSz="536387" rtl="0" eaLnBrk="1" latinLnBrk="0" hangingPunct="1">
      <a:defRPr sz="704" kern="1200">
        <a:solidFill>
          <a:schemeClr val="tx1"/>
        </a:solidFill>
        <a:latin typeface="+mn-lt"/>
        <a:ea typeface="+mn-ea"/>
        <a:cs typeface="+mn-cs"/>
      </a:defRPr>
    </a:lvl6pPr>
    <a:lvl7pPr marL="1609161" algn="l" defTabSz="536387" rtl="0" eaLnBrk="1" latinLnBrk="0" hangingPunct="1">
      <a:defRPr sz="704" kern="1200">
        <a:solidFill>
          <a:schemeClr val="tx1"/>
        </a:solidFill>
        <a:latin typeface="+mn-lt"/>
        <a:ea typeface="+mn-ea"/>
        <a:cs typeface="+mn-cs"/>
      </a:defRPr>
    </a:lvl7pPr>
    <a:lvl8pPr marL="1877355" algn="l" defTabSz="536387" rtl="0" eaLnBrk="1" latinLnBrk="0" hangingPunct="1">
      <a:defRPr sz="704" kern="1200">
        <a:solidFill>
          <a:schemeClr val="tx1"/>
        </a:solidFill>
        <a:latin typeface="+mn-lt"/>
        <a:ea typeface="+mn-ea"/>
        <a:cs typeface="+mn-cs"/>
      </a:defRPr>
    </a:lvl8pPr>
    <a:lvl9pPr marL="2145548" algn="l" defTabSz="536387" rtl="0" eaLnBrk="1" latinLnBrk="0" hangingPunct="1">
      <a:defRPr sz="70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62063" y="1173163"/>
            <a:ext cx="45783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D20D76-69AD-42CA-8F4B-189E009F1AC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691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1475" y="1420283"/>
            <a:ext cx="421005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950" y="2590800"/>
            <a:ext cx="34671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476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953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429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906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383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485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7336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9813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1253" y="2937934"/>
            <a:ext cx="4210050" cy="908050"/>
          </a:xfrm>
        </p:spPr>
        <p:txBody>
          <a:bodyPr anchor="t"/>
          <a:lstStyle>
            <a:lvl1pPr algn="l">
              <a:defRPr sz="21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1253" y="1937809"/>
            <a:ext cx="4210050" cy="1000125"/>
          </a:xfrm>
        </p:spPr>
        <p:txBody>
          <a:bodyPr anchor="b"/>
          <a:lstStyle>
            <a:lvl1pPr marL="0" indent="0">
              <a:buNone/>
              <a:defRPr sz="1083">
                <a:solidFill>
                  <a:schemeClr val="tx1">
                    <a:tint val="75000"/>
                  </a:schemeClr>
                </a:solidFill>
              </a:defRPr>
            </a:lvl1pPr>
            <a:lvl2pPr marL="247665" indent="0">
              <a:buNone/>
              <a:defRPr sz="975">
                <a:solidFill>
                  <a:schemeClr val="tx1">
                    <a:tint val="75000"/>
                  </a:schemeClr>
                </a:solidFill>
              </a:defRPr>
            </a:lvl2pPr>
            <a:lvl3pPr marL="495330" indent="0">
              <a:buNone/>
              <a:defRPr sz="867">
                <a:solidFill>
                  <a:schemeClr val="tx1">
                    <a:tint val="75000"/>
                  </a:schemeClr>
                </a:solidFill>
              </a:defRPr>
            </a:lvl3pPr>
            <a:lvl4pPr marL="742996" indent="0">
              <a:buNone/>
              <a:defRPr sz="758">
                <a:solidFill>
                  <a:schemeClr val="tx1">
                    <a:tint val="75000"/>
                  </a:schemeClr>
                </a:solidFill>
              </a:defRPr>
            </a:lvl4pPr>
            <a:lvl5pPr marL="990661" indent="0">
              <a:buNone/>
              <a:defRPr sz="758">
                <a:solidFill>
                  <a:schemeClr val="tx1">
                    <a:tint val="75000"/>
                  </a:schemeClr>
                </a:solidFill>
              </a:defRPr>
            </a:lvl5pPr>
            <a:lvl6pPr marL="1238326" indent="0">
              <a:buNone/>
              <a:defRPr sz="758">
                <a:solidFill>
                  <a:schemeClr val="tx1">
                    <a:tint val="75000"/>
                  </a:schemeClr>
                </a:solidFill>
              </a:defRPr>
            </a:lvl6pPr>
            <a:lvl7pPr marL="1485991" indent="0">
              <a:buNone/>
              <a:defRPr sz="758">
                <a:solidFill>
                  <a:schemeClr val="tx1">
                    <a:tint val="75000"/>
                  </a:schemeClr>
                </a:solidFill>
              </a:defRPr>
            </a:lvl7pPr>
            <a:lvl8pPr marL="1733657" indent="0">
              <a:buNone/>
              <a:defRPr sz="758">
                <a:solidFill>
                  <a:schemeClr val="tx1">
                    <a:tint val="75000"/>
                  </a:schemeClr>
                </a:solidFill>
              </a:defRPr>
            </a:lvl8pPr>
            <a:lvl9pPr marL="1981322" indent="0">
              <a:buNone/>
              <a:defRPr sz="75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650" y="1066800"/>
            <a:ext cx="2187575" cy="3017309"/>
          </a:xfrm>
        </p:spPr>
        <p:txBody>
          <a:bodyPr/>
          <a:lstStyle>
            <a:lvl1pPr>
              <a:defRPr sz="1517"/>
            </a:lvl1pPr>
            <a:lvl2pPr>
              <a:defRPr sz="1300"/>
            </a:lvl2pPr>
            <a:lvl3pPr>
              <a:defRPr sz="1083"/>
            </a:lvl3pPr>
            <a:lvl4pPr>
              <a:defRPr sz="975"/>
            </a:lvl4pPr>
            <a:lvl5pPr>
              <a:defRPr sz="975"/>
            </a:lvl5pPr>
            <a:lvl6pPr>
              <a:defRPr sz="975"/>
            </a:lvl6pPr>
            <a:lvl7pPr>
              <a:defRPr sz="975"/>
            </a:lvl7pPr>
            <a:lvl8pPr>
              <a:defRPr sz="975"/>
            </a:lvl8pPr>
            <a:lvl9pPr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7775" y="1066800"/>
            <a:ext cx="2187575" cy="3017309"/>
          </a:xfrm>
        </p:spPr>
        <p:txBody>
          <a:bodyPr/>
          <a:lstStyle>
            <a:lvl1pPr>
              <a:defRPr sz="1517"/>
            </a:lvl1pPr>
            <a:lvl2pPr>
              <a:defRPr sz="1300"/>
            </a:lvl2pPr>
            <a:lvl3pPr>
              <a:defRPr sz="1083"/>
            </a:lvl3pPr>
            <a:lvl4pPr>
              <a:defRPr sz="975"/>
            </a:lvl4pPr>
            <a:lvl5pPr>
              <a:defRPr sz="975"/>
            </a:lvl5pPr>
            <a:lvl6pPr>
              <a:defRPr sz="975"/>
            </a:lvl6pPr>
            <a:lvl7pPr>
              <a:defRPr sz="975"/>
            </a:lvl7pPr>
            <a:lvl8pPr>
              <a:defRPr sz="975"/>
            </a:lvl8pPr>
            <a:lvl9pPr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650" y="1023409"/>
            <a:ext cx="2188435" cy="426508"/>
          </a:xfrm>
        </p:spPr>
        <p:txBody>
          <a:bodyPr anchor="b"/>
          <a:lstStyle>
            <a:lvl1pPr marL="0" indent="0">
              <a:buNone/>
              <a:defRPr sz="1300" b="1"/>
            </a:lvl1pPr>
            <a:lvl2pPr marL="247665" indent="0">
              <a:buNone/>
              <a:defRPr sz="1083" b="1"/>
            </a:lvl2pPr>
            <a:lvl3pPr marL="495330" indent="0">
              <a:buNone/>
              <a:defRPr sz="975" b="1"/>
            </a:lvl3pPr>
            <a:lvl4pPr marL="742996" indent="0">
              <a:buNone/>
              <a:defRPr sz="867" b="1"/>
            </a:lvl4pPr>
            <a:lvl5pPr marL="990661" indent="0">
              <a:buNone/>
              <a:defRPr sz="867" b="1"/>
            </a:lvl5pPr>
            <a:lvl6pPr marL="1238326" indent="0">
              <a:buNone/>
              <a:defRPr sz="867" b="1"/>
            </a:lvl6pPr>
            <a:lvl7pPr marL="1485991" indent="0">
              <a:buNone/>
              <a:defRPr sz="867" b="1"/>
            </a:lvl7pPr>
            <a:lvl8pPr marL="1733657" indent="0">
              <a:buNone/>
              <a:defRPr sz="867" b="1"/>
            </a:lvl8pPr>
            <a:lvl9pPr marL="1981322" indent="0">
              <a:buNone/>
              <a:defRPr sz="8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650" y="1449917"/>
            <a:ext cx="2188435" cy="2634192"/>
          </a:xfrm>
        </p:spPr>
        <p:txBody>
          <a:bodyPr/>
          <a:lstStyle>
            <a:lvl1pPr>
              <a:defRPr sz="1300"/>
            </a:lvl1pPr>
            <a:lvl2pPr>
              <a:defRPr sz="1083"/>
            </a:lvl2pPr>
            <a:lvl3pPr>
              <a:defRPr sz="975"/>
            </a:lvl3pPr>
            <a:lvl4pPr>
              <a:defRPr sz="867"/>
            </a:lvl4pPr>
            <a:lvl5pPr>
              <a:defRPr sz="867"/>
            </a:lvl5pPr>
            <a:lvl6pPr>
              <a:defRPr sz="867"/>
            </a:lvl6pPr>
            <a:lvl7pPr>
              <a:defRPr sz="867"/>
            </a:lvl7pPr>
            <a:lvl8pPr>
              <a:defRPr sz="867"/>
            </a:lvl8pPr>
            <a:lvl9pPr>
              <a:defRPr sz="8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16055" y="1023409"/>
            <a:ext cx="2189295" cy="426508"/>
          </a:xfrm>
        </p:spPr>
        <p:txBody>
          <a:bodyPr anchor="b"/>
          <a:lstStyle>
            <a:lvl1pPr marL="0" indent="0">
              <a:buNone/>
              <a:defRPr sz="1300" b="1"/>
            </a:lvl1pPr>
            <a:lvl2pPr marL="247665" indent="0">
              <a:buNone/>
              <a:defRPr sz="1083" b="1"/>
            </a:lvl2pPr>
            <a:lvl3pPr marL="495330" indent="0">
              <a:buNone/>
              <a:defRPr sz="975" b="1"/>
            </a:lvl3pPr>
            <a:lvl4pPr marL="742996" indent="0">
              <a:buNone/>
              <a:defRPr sz="867" b="1"/>
            </a:lvl4pPr>
            <a:lvl5pPr marL="990661" indent="0">
              <a:buNone/>
              <a:defRPr sz="867" b="1"/>
            </a:lvl5pPr>
            <a:lvl6pPr marL="1238326" indent="0">
              <a:buNone/>
              <a:defRPr sz="867" b="1"/>
            </a:lvl6pPr>
            <a:lvl7pPr marL="1485991" indent="0">
              <a:buNone/>
              <a:defRPr sz="867" b="1"/>
            </a:lvl7pPr>
            <a:lvl8pPr marL="1733657" indent="0">
              <a:buNone/>
              <a:defRPr sz="867" b="1"/>
            </a:lvl8pPr>
            <a:lvl9pPr marL="1981322" indent="0">
              <a:buNone/>
              <a:defRPr sz="8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16055" y="1449917"/>
            <a:ext cx="2189295" cy="2634192"/>
          </a:xfrm>
        </p:spPr>
        <p:txBody>
          <a:bodyPr/>
          <a:lstStyle>
            <a:lvl1pPr>
              <a:defRPr sz="1300"/>
            </a:lvl1pPr>
            <a:lvl2pPr>
              <a:defRPr sz="1083"/>
            </a:lvl2pPr>
            <a:lvl3pPr>
              <a:defRPr sz="975"/>
            </a:lvl3pPr>
            <a:lvl4pPr>
              <a:defRPr sz="867"/>
            </a:lvl4pPr>
            <a:lvl5pPr>
              <a:defRPr sz="867"/>
            </a:lvl5pPr>
            <a:lvl6pPr>
              <a:defRPr sz="867"/>
            </a:lvl6pPr>
            <a:lvl7pPr>
              <a:defRPr sz="867"/>
            </a:lvl7pPr>
            <a:lvl8pPr>
              <a:defRPr sz="867"/>
            </a:lvl8pPr>
            <a:lvl9pPr>
              <a:defRPr sz="8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650" y="182033"/>
            <a:ext cx="1629503" cy="774700"/>
          </a:xfrm>
        </p:spPr>
        <p:txBody>
          <a:bodyPr anchor="b"/>
          <a:lstStyle>
            <a:lvl1pPr algn="l">
              <a:defRPr sz="108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6485" y="182034"/>
            <a:ext cx="2768865" cy="3902075"/>
          </a:xfrm>
        </p:spPr>
        <p:txBody>
          <a:bodyPr/>
          <a:lstStyle>
            <a:lvl1pPr>
              <a:defRPr sz="1733"/>
            </a:lvl1pPr>
            <a:lvl2pPr>
              <a:defRPr sz="1517"/>
            </a:lvl2pPr>
            <a:lvl3pPr>
              <a:defRPr sz="1300"/>
            </a:lvl3pPr>
            <a:lvl4pPr>
              <a:defRPr sz="1083"/>
            </a:lvl4pPr>
            <a:lvl5pPr>
              <a:defRPr sz="1083"/>
            </a:lvl5pPr>
            <a:lvl6pPr>
              <a:defRPr sz="1083"/>
            </a:lvl6pPr>
            <a:lvl7pPr>
              <a:defRPr sz="1083"/>
            </a:lvl7pPr>
            <a:lvl8pPr>
              <a:defRPr sz="1083"/>
            </a:lvl8pPr>
            <a:lvl9pPr>
              <a:defRPr sz="108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650" y="956734"/>
            <a:ext cx="1629503" cy="3127375"/>
          </a:xfrm>
        </p:spPr>
        <p:txBody>
          <a:bodyPr/>
          <a:lstStyle>
            <a:lvl1pPr marL="0" indent="0">
              <a:buNone/>
              <a:defRPr sz="758"/>
            </a:lvl1pPr>
            <a:lvl2pPr marL="247665" indent="0">
              <a:buNone/>
              <a:defRPr sz="650"/>
            </a:lvl2pPr>
            <a:lvl3pPr marL="495330" indent="0">
              <a:buNone/>
              <a:defRPr sz="542"/>
            </a:lvl3pPr>
            <a:lvl4pPr marL="742996" indent="0">
              <a:buNone/>
              <a:defRPr sz="488"/>
            </a:lvl4pPr>
            <a:lvl5pPr marL="990661" indent="0">
              <a:buNone/>
              <a:defRPr sz="488"/>
            </a:lvl5pPr>
            <a:lvl6pPr marL="1238326" indent="0">
              <a:buNone/>
              <a:defRPr sz="488"/>
            </a:lvl6pPr>
            <a:lvl7pPr marL="1485991" indent="0">
              <a:buNone/>
              <a:defRPr sz="488"/>
            </a:lvl7pPr>
            <a:lvl8pPr marL="1733657" indent="0">
              <a:buNone/>
              <a:defRPr sz="488"/>
            </a:lvl8pPr>
            <a:lvl9pPr marL="1981322" indent="0">
              <a:buNone/>
              <a:defRPr sz="4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823" y="3200400"/>
            <a:ext cx="2971800" cy="377825"/>
          </a:xfrm>
        </p:spPr>
        <p:txBody>
          <a:bodyPr anchor="b"/>
          <a:lstStyle>
            <a:lvl1pPr algn="l">
              <a:defRPr sz="108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70823" y="408517"/>
            <a:ext cx="2971800" cy="2743200"/>
          </a:xfrm>
        </p:spPr>
        <p:txBody>
          <a:bodyPr/>
          <a:lstStyle>
            <a:lvl1pPr marL="0" indent="0">
              <a:buNone/>
              <a:defRPr sz="1733"/>
            </a:lvl1pPr>
            <a:lvl2pPr marL="247665" indent="0">
              <a:buNone/>
              <a:defRPr sz="1517"/>
            </a:lvl2pPr>
            <a:lvl3pPr marL="495330" indent="0">
              <a:buNone/>
              <a:defRPr sz="1300"/>
            </a:lvl3pPr>
            <a:lvl4pPr marL="742996" indent="0">
              <a:buNone/>
              <a:defRPr sz="1083"/>
            </a:lvl4pPr>
            <a:lvl5pPr marL="990661" indent="0">
              <a:buNone/>
              <a:defRPr sz="1083"/>
            </a:lvl5pPr>
            <a:lvl6pPr marL="1238326" indent="0">
              <a:buNone/>
              <a:defRPr sz="1083"/>
            </a:lvl6pPr>
            <a:lvl7pPr marL="1485991" indent="0">
              <a:buNone/>
              <a:defRPr sz="1083"/>
            </a:lvl7pPr>
            <a:lvl8pPr marL="1733657" indent="0">
              <a:buNone/>
              <a:defRPr sz="1083"/>
            </a:lvl8pPr>
            <a:lvl9pPr marL="1981322" indent="0">
              <a:buNone/>
              <a:defRPr sz="108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0823" y="3578225"/>
            <a:ext cx="2971800" cy="536575"/>
          </a:xfrm>
        </p:spPr>
        <p:txBody>
          <a:bodyPr/>
          <a:lstStyle>
            <a:lvl1pPr marL="0" indent="0">
              <a:buNone/>
              <a:defRPr sz="758"/>
            </a:lvl1pPr>
            <a:lvl2pPr marL="247665" indent="0">
              <a:buNone/>
              <a:defRPr sz="650"/>
            </a:lvl2pPr>
            <a:lvl3pPr marL="495330" indent="0">
              <a:buNone/>
              <a:defRPr sz="542"/>
            </a:lvl3pPr>
            <a:lvl4pPr marL="742996" indent="0">
              <a:buNone/>
              <a:defRPr sz="488"/>
            </a:lvl4pPr>
            <a:lvl5pPr marL="990661" indent="0">
              <a:buNone/>
              <a:defRPr sz="488"/>
            </a:lvl5pPr>
            <a:lvl6pPr marL="1238326" indent="0">
              <a:buNone/>
              <a:defRPr sz="488"/>
            </a:lvl6pPr>
            <a:lvl7pPr marL="1485991" indent="0">
              <a:buNone/>
              <a:defRPr sz="488"/>
            </a:lvl7pPr>
            <a:lvl8pPr marL="1733657" indent="0">
              <a:buNone/>
              <a:defRPr sz="488"/>
            </a:lvl8pPr>
            <a:lvl9pPr marL="1981322" indent="0">
              <a:buNone/>
              <a:defRPr sz="4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90925" y="183092"/>
            <a:ext cx="1114425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650" y="183092"/>
            <a:ext cx="3260725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650" y="183092"/>
            <a:ext cx="44577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650" y="1066800"/>
            <a:ext cx="44577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650" y="4237567"/>
            <a:ext cx="1155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2275" y="4237567"/>
            <a:ext cx="15684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9650" y="4237567"/>
            <a:ext cx="1155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95330" rtl="0" eaLnBrk="1" latinLnBrk="0" hangingPunct="1">
        <a:spcBef>
          <a:spcPct val="0"/>
        </a:spcBef>
        <a:buNone/>
        <a:defRPr sz="238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49" indent="-185749" algn="l" defTabSz="495330" rtl="0" eaLnBrk="1" latinLnBrk="0" hangingPunct="1">
        <a:spcBef>
          <a:spcPct val="20000"/>
        </a:spcBef>
        <a:buFont typeface="Arial" pitchFamily="34" charset="0"/>
        <a:buChar char="•"/>
        <a:defRPr sz="1733" kern="1200">
          <a:solidFill>
            <a:schemeClr val="tx1"/>
          </a:solidFill>
          <a:latin typeface="+mn-lt"/>
          <a:ea typeface="+mn-ea"/>
          <a:cs typeface="+mn-cs"/>
        </a:defRPr>
      </a:lvl1pPr>
      <a:lvl2pPr marL="402456" indent="-154791" algn="l" defTabSz="495330" rtl="0" eaLnBrk="1" latinLnBrk="0" hangingPunct="1">
        <a:spcBef>
          <a:spcPct val="20000"/>
        </a:spcBef>
        <a:buFont typeface="Arial" pitchFamily="34" charset="0"/>
        <a:buChar char="–"/>
        <a:defRPr sz="1517" kern="1200">
          <a:solidFill>
            <a:schemeClr val="tx1"/>
          </a:solidFill>
          <a:latin typeface="+mn-lt"/>
          <a:ea typeface="+mn-ea"/>
          <a:cs typeface="+mn-cs"/>
        </a:defRPr>
      </a:lvl2pPr>
      <a:lvl3pPr marL="619163" indent="-123833" algn="l" defTabSz="495330" rtl="0" eaLnBrk="1" latinLnBrk="0" hangingPunct="1">
        <a:spcBef>
          <a:spcPct val="20000"/>
        </a:spcBef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866828" indent="-123833" algn="l" defTabSz="495330" rtl="0" eaLnBrk="1" latinLnBrk="0" hangingPunct="1">
        <a:spcBef>
          <a:spcPct val="20000"/>
        </a:spcBef>
        <a:buFont typeface="Arial" pitchFamily="34" charset="0"/>
        <a:buChar char="–"/>
        <a:defRPr sz="1083" kern="1200">
          <a:solidFill>
            <a:schemeClr val="tx1"/>
          </a:solidFill>
          <a:latin typeface="+mn-lt"/>
          <a:ea typeface="+mn-ea"/>
          <a:cs typeface="+mn-cs"/>
        </a:defRPr>
      </a:lvl4pPr>
      <a:lvl5pPr marL="1114494" indent="-123833" algn="l" defTabSz="495330" rtl="0" eaLnBrk="1" latinLnBrk="0" hangingPunct="1">
        <a:spcBef>
          <a:spcPct val="20000"/>
        </a:spcBef>
        <a:buFont typeface="Arial" pitchFamily="34" charset="0"/>
        <a:buChar char="»"/>
        <a:defRPr sz="1083" kern="1200">
          <a:solidFill>
            <a:schemeClr val="tx1"/>
          </a:solidFill>
          <a:latin typeface="+mn-lt"/>
          <a:ea typeface="+mn-ea"/>
          <a:cs typeface="+mn-cs"/>
        </a:defRPr>
      </a:lvl5pPr>
      <a:lvl6pPr marL="1362159" indent="-123833" algn="l" defTabSz="495330" rtl="0" eaLnBrk="1" latinLnBrk="0" hangingPunct="1">
        <a:spcBef>
          <a:spcPct val="20000"/>
        </a:spcBef>
        <a:buFont typeface="Arial" pitchFamily="34" charset="0"/>
        <a:buChar char="•"/>
        <a:defRPr sz="1083" kern="1200">
          <a:solidFill>
            <a:schemeClr val="tx1"/>
          </a:solidFill>
          <a:latin typeface="+mn-lt"/>
          <a:ea typeface="+mn-ea"/>
          <a:cs typeface="+mn-cs"/>
        </a:defRPr>
      </a:lvl6pPr>
      <a:lvl7pPr marL="1609824" indent="-123833" algn="l" defTabSz="495330" rtl="0" eaLnBrk="1" latinLnBrk="0" hangingPunct="1">
        <a:spcBef>
          <a:spcPct val="20000"/>
        </a:spcBef>
        <a:buFont typeface="Arial" pitchFamily="34" charset="0"/>
        <a:buChar char="•"/>
        <a:defRPr sz="1083" kern="1200">
          <a:solidFill>
            <a:schemeClr val="tx1"/>
          </a:solidFill>
          <a:latin typeface="+mn-lt"/>
          <a:ea typeface="+mn-ea"/>
          <a:cs typeface="+mn-cs"/>
        </a:defRPr>
      </a:lvl7pPr>
      <a:lvl8pPr marL="1857489" indent="-123833" algn="l" defTabSz="495330" rtl="0" eaLnBrk="1" latinLnBrk="0" hangingPunct="1">
        <a:spcBef>
          <a:spcPct val="20000"/>
        </a:spcBef>
        <a:buFont typeface="Arial" pitchFamily="34" charset="0"/>
        <a:buChar char="•"/>
        <a:defRPr sz="1083" kern="1200">
          <a:solidFill>
            <a:schemeClr val="tx1"/>
          </a:solidFill>
          <a:latin typeface="+mn-lt"/>
          <a:ea typeface="+mn-ea"/>
          <a:cs typeface="+mn-cs"/>
        </a:defRPr>
      </a:lvl8pPr>
      <a:lvl9pPr marL="2105155" indent="-123833" algn="l" defTabSz="495330" rtl="0" eaLnBrk="1" latinLnBrk="0" hangingPunct="1">
        <a:spcBef>
          <a:spcPct val="20000"/>
        </a:spcBef>
        <a:buFont typeface="Arial" pitchFamily="34" charset="0"/>
        <a:buChar char="•"/>
        <a:defRPr sz="10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533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1pPr>
      <a:lvl2pPr marL="247665" algn="l" defTabSz="49533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2pPr>
      <a:lvl3pPr marL="495330" algn="l" defTabSz="49533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3pPr>
      <a:lvl4pPr marL="742996" algn="l" defTabSz="49533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4pPr>
      <a:lvl5pPr marL="990661" algn="l" defTabSz="49533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5pPr>
      <a:lvl6pPr marL="1238326" algn="l" defTabSz="49533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6pPr>
      <a:lvl7pPr marL="1485991" algn="l" defTabSz="49533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7pPr>
      <a:lvl8pPr marL="1733657" algn="l" defTabSz="49533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8pPr>
      <a:lvl9pPr marL="1981322" algn="l" defTabSz="49533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jp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jpeg"/><Relationship Id="rId10" Type="http://schemas.openxmlformats.org/officeDocument/2006/relationships/image" Target="../media/image8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25313" y="1955209"/>
            <a:ext cx="2447925" cy="1837004"/>
          </a:xfrm>
          <a:prstGeom prst="rect">
            <a:avLst/>
          </a:prstGeom>
        </p:spPr>
      </p:pic>
      <p:pic>
        <p:nvPicPr>
          <p:cNvPr id="60" name="Picture 5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90" t="27829" r="22298" b="40846"/>
          <a:stretch/>
        </p:blipFill>
        <p:spPr>
          <a:xfrm>
            <a:off x="351246" y="2274993"/>
            <a:ext cx="1907304" cy="853826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24" t="49374" r="55874" b="5577"/>
          <a:stretch/>
        </p:blipFill>
        <p:spPr>
          <a:xfrm>
            <a:off x="2403462" y="4871502"/>
            <a:ext cx="1777945" cy="799479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369974" y="3038893"/>
            <a:ext cx="1868899" cy="64633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900" b="1" u="sng" dirty="0">
                <a:solidFill>
                  <a:schemeClr val="tx1"/>
                </a:solidFill>
              </a:rPr>
              <a:t>JAHITAN VAMP :</a:t>
            </a:r>
          </a:p>
          <a:p>
            <a:r>
              <a:rPr lang="en-US" sz="900" dirty="0"/>
              <a:t>PASTIKAN AREA JAHITAN VAMP SESUAI GAUGE SERTA TIDAK  ADA BROKEN STICHING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80736" y="4290318"/>
            <a:ext cx="1907304" cy="64633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900" b="1" u="sng" dirty="0">
                <a:solidFill>
                  <a:schemeClr val="tx1"/>
                </a:solidFill>
              </a:rPr>
              <a:t>BACKTAB/BACKCOUNTER :</a:t>
            </a:r>
          </a:p>
          <a:p>
            <a:r>
              <a:rPr lang="en-US" sz="900" dirty="0"/>
              <a:t>PEMASANGAN BACKTAB TIDAK BOLEH MIRING, HARUS SESUAI GAUGE</a:t>
            </a:r>
          </a:p>
        </p:txBody>
      </p:sp>
      <p:grpSp>
        <p:nvGrpSpPr>
          <p:cNvPr id="62" name="Group 61"/>
          <p:cNvGrpSpPr/>
          <p:nvPr/>
        </p:nvGrpSpPr>
        <p:grpSpPr>
          <a:xfrm>
            <a:off x="949326" y="6322807"/>
            <a:ext cx="8956675" cy="602729"/>
            <a:chOff x="949326" y="5657850"/>
            <a:chExt cx="8956675" cy="602729"/>
          </a:xfrm>
        </p:grpSpPr>
        <p:sp>
          <p:nvSpPr>
            <p:cNvPr id="6" name="AutoShape 6"/>
            <p:cNvSpPr/>
            <p:nvPr/>
          </p:nvSpPr>
          <p:spPr>
            <a:xfrm>
              <a:off x="949326" y="5657850"/>
              <a:ext cx="8956675" cy="530553"/>
            </a:xfrm>
            <a:prstGeom prst="rect">
              <a:avLst/>
            </a:prstGeom>
            <a:solidFill>
              <a:srgbClr val="FDCF60"/>
            </a:solidFill>
          </p:spPr>
        </p:sp>
        <p:sp>
          <p:nvSpPr>
            <p:cNvPr id="3" name="TextBox 3"/>
            <p:cNvSpPr txBox="1"/>
            <p:nvPr/>
          </p:nvSpPr>
          <p:spPr>
            <a:xfrm>
              <a:off x="1367796" y="5657850"/>
              <a:ext cx="8428734" cy="6027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680"/>
                </a:lnSpc>
              </a:pPr>
              <a:r>
                <a:rPr lang="en-US" sz="3900" dirty="0">
                  <a:solidFill>
                    <a:srgbClr val="0C45A6"/>
                  </a:solidFill>
                  <a:latin typeface="Montserrat Semi-Bold"/>
                </a:rPr>
                <a:t>             CRITICAL TO QUALITY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078412" y="5962650"/>
              <a:ext cx="135998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QA/QC CTQ – </a:t>
              </a:r>
              <a:r>
                <a:rPr lang="id-ID" sz="800" dirty="0"/>
                <a:t>Rocky</a:t>
              </a:r>
              <a:endParaRPr lang="en-US" sz="800" dirty="0"/>
            </a:p>
          </p:txBody>
        </p:sp>
      </p:grpSp>
      <p:pic>
        <p:nvPicPr>
          <p:cNvPr id="8" name="Picture 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404" y="5972175"/>
            <a:ext cx="1148892" cy="1114425"/>
          </a:xfrm>
          <a:prstGeom prst="rect">
            <a:avLst/>
          </a:prstGeom>
        </p:spPr>
      </p:pic>
      <p:sp>
        <p:nvSpPr>
          <p:cNvPr id="47" name="TextBox 3"/>
          <p:cNvSpPr txBox="1"/>
          <p:nvPr/>
        </p:nvSpPr>
        <p:spPr>
          <a:xfrm>
            <a:off x="600633" y="-76200"/>
            <a:ext cx="8619568" cy="5407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id-ID" sz="2800" b="1">
                <a:solidFill>
                  <a:srgbClr val="0C45A6"/>
                </a:solidFill>
                <a:latin typeface="Montserrat Semi-Bold"/>
              </a:rPr>
              <a:t>ADB ICE NYLON WOMAN’S</a:t>
            </a:r>
            <a:endParaRPr lang="en-US" sz="2800" b="1" dirty="0">
              <a:solidFill>
                <a:srgbClr val="0C45A6"/>
              </a:solidFill>
              <a:latin typeface="Montserrat Semi-Bold"/>
            </a:endParaRPr>
          </a:p>
        </p:txBody>
      </p:sp>
      <p:cxnSp>
        <p:nvCxnSpPr>
          <p:cNvPr id="36" name="Elbow Connector 35"/>
          <p:cNvCxnSpPr>
            <a:cxnSpLocks/>
          </p:cNvCxnSpPr>
          <p:nvPr/>
        </p:nvCxnSpPr>
        <p:spPr>
          <a:xfrm rot="10800000" flipV="1">
            <a:off x="3280321" y="3328811"/>
            <a:ext cx="2375275" cy="1974937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/>
          <p:cNvCxnSpPr>
            <a:cxnSpLocks/>
          </p:cNvCxnSpPr>
          <p:nvPr/>
        </p:nvCxnSpPr>
        <p:spPr>
          <a:xfrm rot="10800000">
            <a:off x="1983108" y="2696576"/>
            <a:ext cx="2600216" cy="240111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438400" y="5664369"/>
            <a:ext cx="1729066" cy="50783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900" b="1" u="sng" dirty="0">
                <a:solidFill>
                  <a:schemeClr val="tx1"/>
                </a:solidFill>
              </a:rPr>
              <a:t>LOGO MIDSOLE :</a:t>
            </a:r>
          </a:p>
          <a:p>
            <a:r>
              <a:rPr lang="en-US" sz="900" dirty="0"/>
              <a:t>PASTIKAN LOGO MIDSOLE TIDAK MIRING DAN NO FEEL OF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9974" y="568216"/>
            <a:ext cx="1907305" cy="64633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900" b="1" u="sng" dirty="0">
                <a:solidFill>
                  <a:schemeClr val="tx1"/>
                </a:solidFill>
              </a:rPr>
              <a:t>DEPO/WEBING :</a:t>
            </a:r>
          </a:p>
          <a:p>
            <a:r>
              <a:rPr lang="en-US" sz="900" dirty="0"/>
              <a:t>PEMASANGAN DEPO/WEBBING HARUS CENTER DAN TIDAK ADA BONDING ISSUE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35850" y="2725550"/>
            <a:ext cx="1713937" cy="64633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900" b="1" u="sng" dirty="0">
                <a:solidFill>
                  <a:schemeClr val="tx1"/>
                </a:solidFill>
              </a:rPr>
              <a:t>SHOELACE :</a:t>
            </a:r>
          </a:p>
          <a:p>
            <a:r>
              <a:rPr lang="en-US" sz="900" dirty="0"/>
              <a:t>PEMASANGAN SHOELACE HARUS SESUAI STANDARD AGAR FLEKSIBLE SAAT DIGUNAKAN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97433" y="5251619"/>
            <a:ext cx="1907304" cy="64633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900" b="1" u="sng" dirty="0">
                <a:solidFill>
                  <a:schemeClr val="tx1"/>
                </a:solidFill>
              </a:rPr>
              <a:t>OUTSOLE :</a:t>
            </a:r>
          </a:p>
          <a:p>
            <a:r>
              <a:rPr lang="en-US" sz="900" dirty="0"/>
              <a:t>OUTSOLE HARUS DI BRUSHING BLUE ICE,  BRUSHING DIRECTION HARUS 45 DEGRE</a:t>
            </a:r>
            <a:endParaRPr lang="en-US" sz="900" b="1" u="sng" dirty="0">
              <a:solidFill>
                <a:schemeClr val="tx1"/>
              </a:solidFill>
            </a:endParaRPr>
          </a:p>
        </p:txBody>
      </p:sp>
      <p:pic>
        <p:nvPicPr>
          <p:cNvPr id="76" name="Picture 75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59" t="17739" r="10599" b="21397"/>
          <a:stretch/>
        </p:blipFill>
        <p:spPr>
          <a:xfrm rot="16200000">
            <a:off x="871613" y="739242"/>
            <a:ext cx="904028" cy="1907304"/>
          </a:xfrm>
          <a:prstGeom prst="rect">
            <a:avLst/>
          </a:prstGeom>
        </p:spPr>
      </p:pic>
      <p:cxnSp>
        <p:nvCxnSpPr>
          <p:cNvPr id="73" name="Elbow Connector 72"/>
          <p:cNvCxnSpPr>
            <a:cxnSpLocks/>
          </p:cNvCxnSpPr>
          <p:nvPr/>
        </p:nvCxnSpPr>
        <p:spPr>
          <a:xfrm rot="10800000">
            <a:off x="1402563" y="1640611"/>
            <a:ext cx="3503999" cy="659523"/>
          </a:xfrm>
          <a:prstGeom prst="bentConnector3">
            <a:avLst>
              <a:gd name="adj1" fmla="val 70224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2626715" y="1306050"/>
            <a:ext cx="1899609" cy="64633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900" b="1" u="sng" dirty="0">
                <a:solidFill>
                  <a:schemeClr val="tx1"/>
                </a:solidFill>
              </a:rPr>
              <a:t>TOP BIND :</a:t>
            </a:r>
          </a:p>
          <a:p>
            <a:r>
              <a:rPr lang="en-US" sz="900" dirty="0"/>
              <a:t>PASTIKAN HASIL CUTTING DARI TOP BINDING HARUS RAPIH DAN TIDAK GREPES / BERSERABUT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05890" y="1828800"/>
            <a:ext cx="1971310" cy="78483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900" b="1" u="sng" dirty="0">
                <a:solidFill>
                  <a:schemeClr val="tx1"/>
                </a:solidFill>
              </a:rPr>
              <a:t>MUDGUARD/NO SEW :</a:t>
            </a:r>
          </a:p>
          <a:p>
            <a:pPr marL="228600" indent="-228600">
              <a:buAutoNum type="arabicPeriod"/>
            </a:pPr>
            <a:r>
              <a:rPr lang="en-US" sz="900" dirty="0"/>
              <a:t>NO SEW IN &amp; OUT HARUS SAMA</a:t>
            </a:r>
          </a:p>
          <a:p>
            <a:pPr marL="228600" indent="-228600">
              <a:buAutoNum type="arabicPeriod"/>
            </a:pPr>
            <a:r>
              <a:rPr lang="en-US" sz="900" dirty="0"/>
              <a:t>NO SEW HARUS BERSIH DAN TIDAK BONDING</a:t>
            </a:r>
          </a:p>
          <a:p>
            <a:endParaRPr lang="en-US" sz="900" b="1" u="sng" dirty="0">
              <a:solidFill>
                <a:schemeClr val="tx1"/>
              </a:solidFill>
            </a:endParaRPr>
          </a:p>
        </p:txBody>
      </p:sp>
      <p:pic>
        <p:nvPicPr>
          <p:cNvPr id="98" name="Picture 9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74" b="27674"/>
          <a:stretch/>
        </p:blipFill>
        <p:spPr>
          <a:xfrm>
            <a:off x="6070690" y="486603"/>
            <a:ext cx="1842914" cy="1096540"/>
          </a:xfrm>
          <a:prstGeom prst="rect">
            <a:avLst/>
          </a:prstGeom>
        </p:spPr>
      </p:pic>
      <p:cxnSp>
        <p:nvCxnSpPr>
          <p:cNvPr id="101" name="Elbow Connector 100"/>
          <p:cNvCxnSpPr>
            <a:cxnSpLocks/>
          </p:cNvCxnSpPr>
          <p:nvPr/>
        </p:nvCxnSpPr>
        <p:spPr>
          <a:xfrm flipV="1">
            <a:off x="5289881" y="1223097"/>
            <a:ext cx="1636855" cy="1175130"/>
          </a:xfrm>
          <a:prstGeom prst="bentConnector3">
            <a:avLst>
              <a:gd name="adj1" fmla="val 421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7913604" y="486603"/>
            <a:ext cx="1690589" cy="50783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900" b="1" u="sng" dirty="0">
                <a:solidFill>
                  <a:schemeClr val="tx1"/>
                </a:solidFill>
              </a:rPr>
              <a:t>INSOLE :</a:t>
            </a:r>
          </a:p>
          <a:p>
            <a:r>
              <a:rPr lang="en-US" sz="900" dirty="0"/>
              <a:t>INSOLE HARUS BERSIH DAN LOGO TIDAK FEEL OFF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E21B32C4-B12C-9922-4991-A164B60471C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8208271" y="4669682"/>
            <a:ext cx="1148893" cy="1530973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471570CB-1EA1-D550-78FA-AB0C009E666A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17" t="14467" r="28870" b="13536"/>
          <a:stretch/>
        </p:blipFill>
        <p:spPr>
          <a:xfrm>
            <a:off x="8082593" y="1143000"/>
            <a:ext cx="1620453" cy="1216042"/>
          </a:xfrm>
          <a:prstGeom prst="rect">
            <a:avLst/>
          </a:prstGeom>
        </p:spPr>
      </p:pic>
      <p:cxnSp>
        <p:nvCxnSpPr>
          <p:cNvPr id="127" name="Elbow Connector 100">
            <a:extLst>
              <a:ext uri="{FF2B5EF4-FFF2-40B4-BE49-F238E27FC236}">
                <a16:creationId xmlns:a16="http://schemas.microsoft.com/office/drawing/2014/main" id="{17B147D0-450E-6C7C-351D-8B4D7B6A3ABD}"/>
              </a:ext>
            </a:extLst>
          </p:cNvPr>
          <p:cNvCxnSpPr>
            <a:cxnSpLocks/>
          </p:cNvCxnSpPr>
          <p:nvPr/>
        </p:nvCxnSpPr>
        <p:spPr>
          <a:xfrm flipV="1">
            <a:off x="5389368" y="1752600"/>
            <a:ext cx="3100511" cy="1282259"/>
          </a:xfrm>
          <a:prstGeom prst="bentConnector3">
            <a:avLst>
              <a:gd name="adj1" fmla="val -136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1" name="Picture 130">
            <a:extLst>
              <a:ext uri="{FF2B5EF4-FFF2-40B4-BE49-F238E27FC236}">
                <a16:creationId xmlns:a16="http://schemas.microsoft.com/office/drawing/2014/main" id="{B6B80C6D-EC93-348E-49F3-2C028F62169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6531" y="3389263"/>
            <a:ext cx="1927073" cy="866536"/>
          </a:xfrm>
          <a:prstGeom prst="rect">
            <a:avLst/>
          </a:prstGeom>
        </p:spPr>
      </p:pic>
      <p:cxnSp>
        <p:nvCxnSpPr>
          <p:cNvPr id="135" name="Elbow Connector 47">
            <a:extLst>
              <a:ext uri="{FF2B5EF4-FFF2-40B4-BE49-F238E27FC236}">
                <a16:creationId xmlns:a16="http://schemas.microsoft.com/office/drawing/2014/main" id="{D50541E2-81D1-5CB0-512F-A13A06923C1E}"/>
              </a:ext>
            </a:extLst>
          </p:cNvPr>
          <p:cNvCxnSpPr>
            <a:cxnSpLocks/>
          </p:cNvCxnSpPr>
          <p:nvPr/>
        </p:nvCxnSpPr>
        <p:spPr>
          <a:xfrm>
            <a:off x="5671061" y="3102831"/>
            <a:ext cx="848389" cy="462004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2B3E8A15-B0EC-DF34-389E-68834814876A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60" t="9200" r="23513" b="24474"/>
          <a:stretch/>
        </p:blipFill>
        <p:spPr>
          <a:xfrm rot="16200000">
            <a:off x="3196263" y="-28016"/>
            <a:ext cx="779521" cy="1923098"/>
          </a:xfrm>
          <a:prstGeom prst="rect">
            <a:avLst/>
          </a:prstGeom>
        </p:spPr>
      </p:pic>
      <p:cxnSp>
        <p:nvCxnSpPr>
          <p:cNvPr id="38" name="Elbow Connector 86">
            <a:extLst>
              <a:ext uri="{FF2B5EF4-FFF2-40B4-BE49-F238E27FC236}">
                <a16:creationId xmlns:a16="http://schemas.microsoft.com/office/drawing/2014/main" id="{AF4DB343-C5D5-126E-437B-D337DA1221DB}"/>
              </a:ext>
            </a:extLst>
          </p:cNvPr>
          <p:cNvCxnSpPr>
            <a:cxnSpLocks/>
          </p:cNvCxnSpPr>
          <p:nvPr/>
        </p:nvCxnSpPr>
        <p:spPr>
          <a:xfrm rot="16200000" flipV="1">
            <a:off x="4003780" y="1194683"/>
            <a:ext cx="1479402" cy="927686"/>
          </a:xfrm>
          <a:prstGeom prst="bentConnector3">
            <a:avLst>
              <a:gd name="adj1" fmla="val 99447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Picture 44">
            <a:extLst>
              <a:ext uri="{FF2B5EF4-FFF2-40B4-BE49-F238E27FC236}">
                <a16:creationId xmlns:a16="http://schemas.microsoft.com/office/drawing/2014/main" id="{8640F8C1-14D0-BEAE-1DC6-AB695965644F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64" t="44257" r="1355" b="28700"/>
          <a:stretch/>
        </p:blipFill>
        <p:spPr>
          <a:xfrm>
            <a:off x="358371" y="3845710"/>
            <a:ext cx="1907302" cy="106680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D8909D27-E353-EEEF-D9E5-0722D108ADBD}"/>
              </a:ext>
            </a:extLst>
          </p:cNvPr>
          <p:cNvSpPr txBox="1"/>
          <p:nvPr/>
        </p:nvSpPr>
        <p:spPr>
          <a:xfrm>
            <a:off x="339439" y="4918225"/>
            <a:ext cx="1907302" cy="64633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900" b="1" u="sng" dirty="0">
                <a:solidFill>
                  <a:schemeClr val="tx1"/>
                </a:solidFill>
              </a:rPr>
              <a:t>COLLAR :</a:t>
            </a:r>
          </a:p>
          <a:p>
            <a:r>
              <a:rPr lang="en-US" sz="900" dirty="0"/>
              <a:t>PEMASANGAN COLLAR HARUS CENTER SESUAI GAUGE DAN TIDAK ADA BONDING ISSUE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471570CB-1EA1-D550-78FA-AB0C009E666A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80" t="13149"/>
          <a:stretch/>
        </p:blipFill>
        <p:spPr>
          <a:xfrm>
            <a:off x="8035850" y="3408221"/>
            <a:ext cx="1620453" cy="1216042"/>
          </a:xfrm>
          <a:prstGeom prst="rect">
            <a:avLst/>
          </a:prstGeom>
        </p:spPr>
      </p:pic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D50541E2-81D1-5CB0-512F-A13A06923C1E}"/>
              </a:ext>
            </a:extLst>
          </p:cNvPr>
          <p:cNvCxnSpPr>
            <a:cxnSpLocks/>
          </p:cNvCxnSpPr>
          <p:nvPr/>
        </p:nvCxnSpPr>
        <p:spPr>
          <a:xfrm>
            <a:off x="5450159" y="2893333"/>
            <a:ext cx="3039720" cy="858004"/>
          </a:xfrm>
          <a:prstGeom prst="bentConnector3">
            <a:avLst>
              <a:gd name="adj1" fmla="val 82714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Picture 63">
            <a:extLst>
              <a:ext uri="{FF2B5EF4-FFF2-40B4-BE49-F238E27FC236}">
                <a16:creationId xmlns:a16="http://schemas.microsoft.com/office/drawing/2014/main" id="{B6B80C6D-EC93-348E-49F3-2C028F621695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61" r="40079" b="14191"/>
          <a:stretch/>
        </p:blipFill>
        <p:spPr>
          <a:xfrm>
            <a:off x="4694094" y="4265564"/>
            <a:ext cx="1037963" cy="143749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4313900" y="5472776"/>
            <a:ext cx="1907304" cy="64633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900" b="1" u="sng" dirty="0">
                <a:solidFill>
                  <a:schemeClr val="tx1"/>
                </a:solidFill>
              </a:rPr>
              <a:t>LOGO TUF DAY :</a:t>
            </a:r>
          </a:p>
          <a:p>
            <a:r>
              <a:rPr lang="en-US" sz="900" dirty="0"/>
              <a:t>PASTIKAN JAHITAN LOGO TUF DAY TERPASANG DI BAGIAN LUAR DI AREA BACKTAB</a:t>
            </a:r>
            <a:endParaRPr lang="en-US" sz="900" b="1" u="sng" dirty="0">
              <a:solidFill>
                <a:schemeClr val="tx1"/>
              </a:solidFill>
            </a:endParaRPr>
          </a:p>
        </p:txBody>
      </p:sp>
      <p:cxnSp>
        <p:nvCxnSpPr>
          <p:cNvPr id="67" name="Elbow Connector 35">
            <a:extLst>
              <a:ext uri="{FF2B5EF4-FFF2-40B4-BE49-F238E27FC236}">
                <a16:creationId xmlns:a16="http://schemas.microsoft.com/office/drawing/2014/main" id="{365B893B-2DD3-C27E-250A-49B3440777BF}"/>
              </a:ext>
            </a:extLst>
          </p:cNvPr>
          <p:cNvCxnSpPr>
            <a:cxnSpLocks/>
          </p:cNvCxnSpPr>
          <p:nvPr/>
        </p:nvCxnSpPr>
        <p:spPr>
          <a:xfrm rot="5400000">
            <a:off x="4684329" y="3614756"/>
            <a:ext cx="1494554" cy="255410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/>
          <p:cNvCxnSpPr>
            <a:cxnSpLocks/>
          </p:cNvCxnSpPr>
          <p:nvPr/>
        </p:nvCxnSpPr>
        <p:spPr>
          <a:xfrm rot="10800000" flipV="1">
            <a:off x="1905001" y="3184046"/>
            <a:ext cx="2430219" cy="873539"/>
          </a:xfrm>
          <a:prstGeom prst="bentConnector3">
            <a:avLst>
              <a:gd name="adj1" fmla="val 81982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Elbow Connector 35">
            <a:extLst>
              <a:ext uri="{FF2B5EF4-FFF2-40B4-BE49-F238E27FC236}">
                <a16:creationId xmlns:a16="http://schemas.microsoft.com/office/drawing/2014/main" id="{365B893B-2DD3-C27E-250A-49B3440777BF}"/>
              </a:ext>
            </a:extLst>
          </p:cNvPr>
          <p:cNvCxnSpPr>
            <a:cxnSpLocks/>
          </p:cNvCxnSpPr>
          <p:nvPr/>
        </p:nvCxnSpPr>
        <p:spPr>
          <a:xfrm>
            <a:off x="4547573" y="3487364"/>
            <a:ext cx="4069800" cy="1634126"/>
          </a:xfrm>
          <a:prstGeom prst="bentConnector3">
            <a:avLst>
              <a:gd name="adj1" fmla="val 32026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9" name="Picture 98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27" t="14911" r="21414" b="68089"/>
          <a:stretch/>
        </p:blipFill>
        <p:spPr>
          <a:xfrm>
            <a:off x="2443999" y="3413670"/>
            <a:ext cx="1723467" cy="701130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2450209" y="4115756"/>
            <a:ext cx="1717257" cy="64633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900" b="1" u="sng" dirty="0">
                <a:solidFill>
                  <a:schemeClr val="tx1"/>
                </a:solidFill>
              </a:rPr>
              <a:t>LOGO TUF LOFT :</a:t>
            </a:r>
          </a:p>
          <a:p>
            <a:r>
              <a:rPr lang="en-US" sz="900" dirty="0"/>
              <a:t>PASTIKAN LOGO TUF LOFT TERPASANG DI BAGIAN DALAM DI AREA TOP BINDING</a:t>
            </a:r>
          </a:p>
        </p:txBody>
      </p:sp>
      <p:cxnSp>
        <p:nvCxnSpPr>
          <p:cNvPr id="113" name="Elbow Connector 112"/>
          <p:cNvCxnSpPr>
            <a:cxnSpLocks/>
          </p:cNvCxnSpPr>
          <p:nvPr/>
        </p:nvCxnSpPr>
        <p:spPr>
          <a:xfrm rot="10800000" flipV="1">
            <a:off x="3868086" y="2458050"/>
            <a:ext cx="1726145" cy="1428057"/>
          </a:xfrm>
          <a:prstGeom prst="bentConnector3">
            <a:avLst>
              <a:gd name="adj1" fmla="val 46027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8576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1570</TotalTime>
  <Words>184</Words>
  <Application>Microsoft Office PowerPoint</Application>
  <PresentationFormat>A4 Paper (210x297 mm)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Montserrat Semi-Bold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arifin</dc:creator>
  <cp:lastModifiedBy>Faisal</cp:lastModifiedBy>
  <cp:revision>87</cp:revision>
  <cp:lastPrinted>2021-08-24T10:29:03Z</cp:lastPrinted>
  <dcterms:created xsi:type="dcterms:W3CDTF">2006-08-16T00:00:00Z</dcterms:created>
  <dcterms:modified xsi:type="dcterms:W3CDTF">2023-01-04T22:43:46Z</dcterms:modified>
  <dc:identifier>DAEJRn8UN48</dc:identifier>
</cp:coreProperties>
</file>